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Machine Learning Projects on Structured &amp; Unstructured Data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Employee Attrition Prediction &amp; Text Classification</a:t>
            </a:r>
          </a:p>
          <a:p>
            <a:r>
              <a:t>End-to-End ML Project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Repository contains two ML projects using different data types</a:t>
            </a:r>
          </a:p>
          <a:p>
            <a:r>
              <a:t>• Track A: Structured Data – Employee Attrition Prediction</a:t>
            </a:r>
          </a:p>
          <a:p>
            <a:r>
              <a:t>• Track B: Unstructured Data – Text Classification</a:t>
            </a:r>
          </a:p>
          <a:p>
            <a:r>
              <a:t>• Focus on preprocessing, modeling, evaluation, and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Track A: Employee Attrition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Business Problem: Predict employee attrition using HR data</a:t>
            </a:r>
          </a:p>
          <a:p>
            <a:r>
              <a:t>• Data Type: Structured tabular dataset</a:t>
            </a:r>
          </a:p>
          <a:p>
            <a:r>
              <a:t>• Target: Identify employees likely to leave</a:t>
            </a:r>
          </a:p>
          <a:p>
            <a:r>
              <a:t>• Helps HR teams reduce attrition risk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Track A: Methodology &amp;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cleaning and feature engineering</a:t>
            </a:r>
          </a:p>
          <a:p>
            <a:r>
              <a:t>• Encoded categorical features and scaled numerical data</a:t>
            </a:r>
          </a:p>
          <a:p>
            <a:r>
              <a:t>• Trained ML models (Logistic Regression / Random Forest)</a:t>
            </a:r>
          </a:p>
          <a:p>
            <a:r>
              <a:t>• Evaluated using Accuracy, Precision, Recall, F1-score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Track B: Text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Business Problem: Classify unstructured text data</a:t>
            </a:r>
          </a:p>
          <a:p>
            <a:r>
              <a:t>• Data Type: Raw text (reviews / messages / feedback)</a:t>
            </a:r>
          </a:p>
          <a:p>
            <a:r>
              <a:t>• Required NLP-based preprocessing</a:t>
            </a:r>
          </a:p>
          <a:p>
            <a:r>
              <a:t>• Goal: Convert text into meaningful categories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Track B: Methodology &amp;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Text preprocessing: cleaning, tokenization, stopword removal</a:t>
            </a:r>
          </a:p>
          <a:p>
            <a:r>
              <a:t>• Feature extraction using TF-IDF / CountVectorizer</a:t>
            </a:r>
          </a:p>
          <a:p>
            <a:r>
              <a:t>• Trained classifiers like Naive Bayes / Logistic Regression</a:t>
            </a:r>
          </a:p>
          <a:p>
            <a:r>
              <a:t>• Evaluated using Confusion Matrix and Classification Report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Tools: Python, Pandas, NumPy, Scikit-learn, NLP</a:t>
            </a:r>
          </a:p>
          <a:p>
            <a:r>
              <a:t>• Worked with both structured and unstructured data</a:t>
            </a:r>
          </a:p>
          <a:p>
            <a:r>
              <a:t>• Built complete ML workflows from data to insights</a:t>
            </a:r>
          </a:p>
          <a:p>
            <a:r>
              <a:t>• Strong foundation in applied machine learning concepts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